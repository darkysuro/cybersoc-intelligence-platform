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502920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 //  PROJECT BRIEFING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411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14884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</a:t>
            </a:r>
            <a:pPr indent="0" marL="0">
              <a:lnSpc>
                <a:spcPts val="5800"/>
              </a:lnSpc>
              <a:buNone/>
            </a:pPr>
            <a:r>
              <a:rPr lang="en-US" sz="56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503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Security Operations Center dashboard that helps analysts investigate, manage, and understand security incidents — built with Python, Streamlit, MySQL, and Google Gemini AI.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617720"/>
            <a:ext cx="811987" cy="384048"/>
          </a:xfrm>
          <a:prstGeom prst="roundRect">
            <a:avLst>
              <a:gd name="adj" fmla="val 50000"/>
            </a:avLst>
          </a:prstGeom>
          <a:solidFill>
            <a:srgbClr val="0B1712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617720"/>
            <a:ext cx="81198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470355" y="4617720"/>
            <a:ext cx="1108253" cy="384048"/>
          </a:xfrm>
          <a:prstGeom prst="roundRect">
            <a:avLst>
              <a:gd name="adj" fmla="val 50000"/>
            </a:avLst>
          </a:prstGeom>
          <a:solidFill>
            <a:srgbClr val="0B1712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70355" y="4617720"/>
            <a:ext cx="11082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79776" y="4617720"/>
            <a:ext cx="713232" cy="384048"/>
          </a:xfrm>
          <a:prstGeom prst="roundRect">
            <a:avLst>
              <a:gd name="adj" fmla="val 50000"/>
            </a:avLst>
          </a:prstGeom>
          <a:solidFill>
            <a:srgbClr val="0B1712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9776" y="46177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94176" y="4617720"/>
            <a:ext cx="1799539" cy="384048"/>
          </a:xfrm>
          <a:prstGeom prst="roundRect">
            <a:avLst>
              <a:gd name="adj" fmla="val 50000"/>
            </a:avLst>
          </a:prstGeom>
          <a:solidFill>
            <a:srgbClr val="0B1712"/>
          </a:solidFill>
          <a:ln w="12700">
            <a:solidFill>
              <a:srgbClr val="1F7A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4617720"/>
            <a:ext cx="17995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539496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559552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3232" y="5815584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SOC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31870" y="5559552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31870" y="5815584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75838" y="5532120"/>
            <a:ext cx="0" cy="77724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0508" y="5559552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0508" y="5815584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94476" y="5532120"/>
            <a:ext cx="0" cy="77724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69146" y="5559552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69146" y="5815584"/>
            <a:ext cx="245287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913114" y="5532120"/>
            <a:ext cx="0" cy="77724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69037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3200"/>
            <a:ext cx="6391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CAPABILITIES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63916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273552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73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246120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and manage security incidents from a live dashboard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13232" y="38770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77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849624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retrieve incident records from a MySQL database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13232" y="4480560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453128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AI-assisted analysis on incidents as they come in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13232" y="50840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056632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free-form cybersecurity questions through Google Gemini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" y="568756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687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5660136"/>
            <a:ext cx="5897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incident status and history in one place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571232" y="2560320"/>
            <a:ext cx="41605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27264" y="274320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AT A GLANCE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27264" y="3072384"/>
            <a:ext cx="3648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7264" y="3273552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27264" y="3493008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827264" y="3895344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27264" y="4114800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827264" y="4517136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827264" y="4736592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827264" y="5138928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27264" y="5358384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827264" y="5760720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27264" y="5980176"/>
            <a:ext cx="3648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(.env)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CORE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CORE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analyst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needs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7797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327355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SOC dashboard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26130" y="256032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5586" y="27797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5586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45586" y="327355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integration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95060" y="256032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4516" y="27797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4516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4516" y="327355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connectivity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63990" y="256032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83446" y="277977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3446" y="2779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83446" y="327355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incident analysis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7914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" y="528523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incident management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326130" y="457200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5586" y="47914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5586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45586" y="528523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database operations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95060" y="457200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14516" y="47914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4516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14516" y="528523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configuration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63990" y="4572000"/>
            <a:ext cx="2667762" cy="1810512"/>
          </a:xfrm>
          <a:prstGeom prst="roundRect">
            <a:avLst>
              <a:gd name="adj" fmla="val 3030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83446" y="4791456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3446" y="47914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83446" y="5285232"/>
            <a:ext cx="222885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with Python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TECH STACK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platform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64465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3200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TECHNOLOGY  ·  PURPOSE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5934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" y="374904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49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interface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425196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42519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13232" y="475488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754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475488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" y="525780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257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Dotenv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52578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576072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5760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57607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14032" y="2560320"/>
            <a:ext cx="46177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2743200"/>
            <a:ext cx="4105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PROJECT STRUCTURE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370064" y="3072384"/>
            <a:ext cx="41056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3218688"/>
            <a:ext cx="4105656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CyberSOC-Intelligence-Platform/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app.py            Streamlit app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db.py             DB queries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ai_helper.py      Gemini logic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soc.sql           DB schema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(not included)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DATA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DATA 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data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core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85216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3200"/>
            <a:ext cx="5340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INCIDENT RECORD FIELDS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534009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24612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46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" y="321868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3232" y="3694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" y="366674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Type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41422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142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" y="411480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" y="45902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" y="456285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3232" y="503834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038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" y="501091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13232" y="548640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" y="545896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3232" y="593445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934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" y="590702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19672" y="2560320"/>
            <a:ext cx="521208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2743200"/>
            <a:ext cx="4700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.ENV CONFIGURATION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75704" y="3072384"/>
            <a:ext cx="470001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75704" y="3218688"/>
            <a:ext cx="4700016" cy="2862072"/>
          </a:xfrm>
          <a:prstGeom prst="roundRect">
            <a:avLst>
              <a:gd name="adj" fmla="val 1597"/>
            </a:avLst>
          </a:prstGeom>
          <a:solidFill>
            <a:srgbClr val="132019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58584" y="3364992"/>
            <a:ext cx="4334256" cy="2587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DB_HOST=localhost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DB_PORT=3306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DB_NAME=your_database_name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DB_USER=your_username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DB_PASSWORD=your_password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BFE8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GOOGLE_API_KEY=your_gemini_api_key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ANALYST 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ANALYST WORKFLOW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incident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insight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69037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3200"/>
            <a:ext cx="6391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STEP-BY-STEP FLOW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63916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32186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" y="317296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opens the Streamlit dashboard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13232" y="362102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" y="357530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incident is selected from the MySQL-backed list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13232" y="402336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023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" y="397764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details — type, severity, source — are loaded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713232" y="442569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425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" y="4379976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asks a question through the AI panel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713232" y="482803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828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" y="4782312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incident context are passed to ai_helper.py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13232" y="52303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5230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2144" y="5184648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generates an analysis</a:t>
            </a:r>
            <a:endParaRPr lang="en-US" sz="1320" dirty="0"/>
          </a:p>
        </p:txBody>
      </p:sp>
      <p:sp>
        <p:nvSpPr>
          <p:cNvPr id="30" name="Shape 28"/>
          <p:cNvSpPr/>
          <p:nvPr/>
        </p:nvSpPr>
        <p:spPr>
          <a:xfrm>
            <a:off x="713232" y="5632704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B1712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5632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" y="5586984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explanation, and recommendations are returned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713232" y="60350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ED07A"/>
          </a:solidFill>
          <a:ln w="15875">
            <a:solidFill>
              <a:srgbClr val="3ED0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2144" y="5989320"/>
            <a:ext cx="5943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displays the AI-assisted insight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7571232" y="2560320"/>
            <a:ext cx="41605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27264" y="2743200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RESULT PANEL — MOCK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827264" y="3072384"/>
            <a:ext cx="3648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27264" y="32004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INC-2026-0417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0314432" y="3163824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2A1414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14432" y="3163824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27264" y="3602736"/>
            <a:ext cx="3648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login pattern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7827264" y="4096512"/>
            <a:ext cx="3648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264" y="4224528"/>
            <a:ext cx="3648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827264" y="4462272"/>
            <a:ext cx="364845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failed logins from a new region, followed by a successful attempt. Gemini flags credential-stuffing as the likely cause and recommends forcing a password reset.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27264" y="5559552"/>
            <a:ext cx="3648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27264" y="5687568"/>
            <a:ext cx="18242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827264" y="5907024"/>
            <a:ext cx="1824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827264" y="6053328"/>
            <a:ext cx="3648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UI — actual values vary per incident.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30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84048"/>
            <a:ext cx="82296" cy="82296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292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CYBERSOC INTELLIGENCE PLATFORM  //  TEAM &amp;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62895" y="292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TEAM &amp; ROADMAP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170432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four, </a:t>
            </a:r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3ED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more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64465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743200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TEAM CONTRIBUTIONS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3072384"/>
            <a:ext cx="59344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246120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 Mukherjee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502152"/>
            <a:ext cx="593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SQL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3794760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922776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Surojit Jana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4178808"/>
            <a:ext cx="593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development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3232" y="4471416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599432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Sayar Sekhar Ghosh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4855464"/>
            <a:ext cx="593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&amp; testing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5148072"/>
            <a:ext cx="5934456" cy="0"/>
          </a:xfrm>
          <a:prstGeom prst="line">
            <a:avLst/>
          </a:prstGeom>
          <a:noFill/>
          <a:ln w="9525">
            <a:solidFill>
              <a:srgbClr val="1E32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76088"/>
            <a:ext cx="5934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Subhayan Mitra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5532120"/>
            <a:ext cx="5934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8C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development, DB connectivity, project integration &amp; GitHub 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4032" y="2560320"/>
            <a:ext cx="4617720" cy="3822192"/>
          </a:xfrm>
          <a:prstGeom prst="roundRect">
            <a:avLst>
              <a:gd name="adj" fmla="val 1435"/>
            </a:avLst>
          </a:prstGeom>
          <a:solidFill>
            <a:srgbClr val="0F1B16"/>
          </a:solidFill>
          <a:ln w="12700">
            <a:solidFill>
              <a:srgbClr val="1E32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0064" y="2743200"/>
            <a:ext cx="4105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FUTURE ENHANCEMENTS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70064" y="3072384"/>
            <a:ext cx="4105656" cy="0"/>
          </a:xfrm>
          <a:prstGeom prst="line">
            <a:avLst/>
          </a:prstGeom>
          <a:noFill/>
          <a:ln w="12700">
            <a:solidFill>
              <a:srgbClr val="1E322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3310128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27" name="Text 25"/>
          <p:cNvSpPr/>
          <p:nvPr/>
        </p:nvSpPr>
        <p:spPr>
          <a:xfrm>
            <a:off x="7589520" y="317296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integration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88352" y="3707892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57073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APIs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388352" y="4105656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31" name="Text 29"/>
          <p:cNvSpPr/>
          <p:nvPr/>
        </p:nvSpPr>
        <p:spPr>
          <a:xfrm>
            <a:off x="7589520" y="396849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88352" y="4503420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33" name="Text 31"/>
          <p:cNvSpPr/>
          <p:nvPr/>
        </p:nvSpPr>
        <p:spPr>
          <a:xfrm>
            <a:off x="7589520" y="4366260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correlation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7388352" y="4901184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35" name="Text 33"/>
          <p:cNvSpPr/>
          <p:nvPr/>
        </p:nvSpPr>
        <p:spPr>
          <a:xfrm>
            <a:off x="7589520" y="476402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388352" y="5298948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516178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timeline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88352" y="5696712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5559552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 generation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388352" y="6094476"/>
            <a:ext cx="64008" cy="64008"/>
          </a:xfrm>
          <a:prstGeom prst="ellipse">
            <a:avLst/>
          </a:prstGeom>
          <a:solidFill>
            <a:srgbClr val="3ED07A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5957316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7200" y="6473952"/>
            <a:ext cx="11277295" cy="0"/>
          </a:xfrm>
          <a:prstGeom prst="line">
            <a:avLst/>
          </a:prstGeom>
          <a:noFill/>
          <a:ln w="12700">
            <a:solidFill>
              <a:srgbClr val="13221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28816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6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 //  github.com/OfficialSubhayan/CyberSOC-Intelligence-Platform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2026-07-19T20:50:49Z</dcterms:created>
  <dcterms:modified xsi:type="dcterms:W3CDTF">2026-07-19T20:50:49Z</dcterms:modified>
</cp:coreProperties>
</file>